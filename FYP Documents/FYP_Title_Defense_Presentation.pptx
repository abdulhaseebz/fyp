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58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0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5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8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0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8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2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4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0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491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68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1070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24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7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7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0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9808" y="484631"/>
            <a:ext cx="6600451" cy="1375815"/>
          </a:xfrm>
        </p:spPr>
        <p:txBody>
          <a:bodyPr>
            <a:normAutofit/>
          </a:bodyPr>
          <a:lstStyle/>
          <a:p>
            <a:r>
              <a:rPr sz="2800" b="1" dirty="0"/>
              <a:t>Smart Energy Management and Load Optimization for Commercial </a:t>
            </a:r>
            <a:r>
              <a:rPr sz="2800" b="1" dirty="0" err="1"/>
              <a:t>Microgrid</a:t>
            </a:r>
            <a:r>
              <a:rPr sz="2800" b="1" dirty="0"/>
              <a:t>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9808" y="2194560"/>
            <a:ext cx="6893059" cy="3709103"/>
          </a:xfrm>
        </p:spPr>
        <p:txBody>
          <a:bodyPr>
            <a:normAutofit/>
          </a:bodyPr>
          <a:lstStyle/>
          <a:p>
            <a:r>
              <a:rPr dirty="0"/>
              <a:t>Team Members:</a:t>
            </a:r>
          </a:p>
          <a:p>
            <a:r>
              <a:rPr dirty="0"/>
              <a:t>M. Ahmed </a:t>
            </a:r>
            <a:r>
              <a:rPr dirty="0" err="1"/>
              <a:t>Hussain</a:t>
            </a:r>
            <a:r>
              <a:rPr dirty="0"/>
              <a:t> (427781)</a:t>
            </a:r>
          </a:p>
          <a:p>
            <a:r>
              <a:rPr dirty="0"/>
              <a:t>Fatima Hassan</a:t>
            </a:r>
          </a:p>
          <a:p>
            <a:r>
              <a:rPr dirty="0"/>
              <a:t>Abdul </a:t>
            </a:r>
            <a:r>
              <a:rPr dirty="0" err="1"/>
              <a:t>Haseeb</a:t>
            </a:r>
            <a:r>
              <a:rPr dirty="0"/>
              <a:t> </a:t>
            </a:r>
            <a:r>
              <a:rPr dirty="0" err="1"/>
              <a:t>Zahid</a:t>
            </a:r>
            <a:r>
              <a:rPr dirty="0"/>
              <a:t> (432219)</a:t>
            </a:r>
          </a:p>
          <a:p>
            <a:endParaRPr dirty="0"/>
          </a:p>
          <a:p>
            <a:r>
              <a:rPr dirty="0"/>
              <a:t>Supervisors:</a:t>
            </a:r>
          </a:p>
          <a:p>
            <a:r>
              <a:rPr dirty="0"/>
              <a:t>Dr. </a:t>
            </a:r>
            <a:r>
              <a:rPr dirty="0" err="1"/>
              <a:t>Zaki</a:t>
            </a:r>
            <a:r>
              <a:rPr dirty="0"/>
              <a:t> </a:t>
            </a:r>
            <a:r>
              <a:rPr lang="en-US" dirty="0" err="1"/>
              <a:t>U</a:t>
            </a:r>
            <a:r>
              <a:rPr lang="en-US" dirty="0" err="1" smtClean="0"/>
              <a:t>d</a:t>
            </a:r>
            <a:r>
              <a:rPr dirty="0" smtClean="0"/>
              <a:t> </a:t>
            </a:r>
            <a:r>
              <a:rPr dirty="0"/>
              <a:t>Din (University)</a:t>
            </a:r>
          </a:p>
          <a:p>
            <a:r>
              <a:rPr dirty="0"/>
              <a:t>Sir Mustafa Aziz (Industry)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Growing reliance on solar power and need for efficient energy usage.</a:t>
            </a:r>
          </a:p>
          <a:p>
            <a:r>
              <a:t>• HVACs &amp; ACs contribute significantly to commercial energy consumption.</a:t>
            </a:r>
          </a:p>
          <a:p>
            <a:r>
              <a:t>• Our project integrates real-time inverter communication, intelligent load management, and smart monitoring.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59204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Early System Design Pictorial View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200" y="1219692"/>
            <a:ext cx="5626031" cy="513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2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US" dirty="0" smtClean="0"/>
              <a:t>Data Acquisition from </a:t>
            </a:r>
            <a:r>
              <a:rPr dirty="0" smtClean="0"/>
              <a:t>multiple </a:t>
            </a:r>
            <a:r>
              <a:rPr dirty="0"/>
              <a:t>solar inverters for real-time data (PV, grid, battery, load</a:t>
            </a:r>
            <a:r>
              <a:rPr dirty="0" smtClean="0"/>
              <a:t>).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Communication and Actuation </a:t>
            </a:r>
            <a:r>
              <a:rPr lang="en-US" dirty="0"/>
              <a:t>of critical loads (HVACs, ACs</a:t>
            </a:r>
            <a:r>
              <a:rPr lang="en-US" dirty="0" smtClean="0"/>
              <a:t>).</a:t>
            </a:r>
          </a:p>
          <a:p>
            <a:r>
              <a:rPr lang="en-US" dirty="0"/>
              <a:t>Custom Home Assistant integration for monitoring and decision-making</a:t>
            </a:r>
            <a:r>
              <a:rPr lang="en-US" dirty="0" smtClean="0"/>
              <a:t>.</a:t>
            </a:r>
          </a:p>
          <a:p>
            <a:r>
              <a:rPr lang="en-US" dirty="0"/>
              <a:t> Smart load management </a:t>
            </a:r>
            <a:r>
              <a:rPr lang="en-US" dirty="0" smtClean="0"/>
              <a:t>(full automation </a:t>
            </a:r>
            <a:r>
              <a:rPr lang="en-US" dirty="0"/>
              <a:t>+ user control</a:t>
            </a:r>
            <a:r>
              <a:rPr lang="en-US" dirty="0" smtClean="0"/>
              <a:t>).</a:t>
            </a:r>
          </a:p>
          <a:p>
            <a:r>
              <a:rPr lang="en-US" dirty="0"/>
              <a:t>Power monitoring node (device/room/house level).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Distribution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800992"/>
              </p:ext>
            </p:extLst>
          </p:nvPr>
        </p:nvGraphicFramePr>
        <p:xfrm>
          <a:off x="914400" y="1828800"/>
          <a:ext cx="7315200" cy="304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rPr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Responsibility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Abdul </a:t>
                      </a:r>
                      <a:r>
                        <a:rPr lang="en-US" dirty="0" err="1" smtClean="0"/>
                        <a:t>Haseeb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Zahid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Inverter communication module (data extraction &amp; protocol handling)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dirty="0"/>
                        <a:t>Fatima Hassan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Home Assistant integration, UI/UX, automation rules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M. Ahmed </a:t>
                      </a:r>
                      <a:r>
                        <a:rPr lang="en-US" dirty="0" err="1" smtClean="0"/>
                        <a:t>Hussain</a:t>
                      </a:r>
                      <a:endParaRPr lang="en-US" dirty="0" smtClean="0"/>
                    </a:p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HVAC/AC</a:t>
                      </a:r>
                      <a:r>
                        <a:rPr lang="en-US" baseline="0" dirty="0" smtClean="0"/>
                        <a:t> communication &amp; control</a:t>
                      </a:r>
                      <a:r>
                        <a:rPr dirty="0" smtClean="0"/>
                        <a:t>, </a:t>
                      </a:r>
                      <a:r>
                        <a:rPr dirty="0"/>
                        <a:t>hardware interfacing, system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57819"/>
              </p:ext>
            </p:extLst>
          </p:nvPr>
        </p:nvGraphicFramePr>
        <p:xfrm>
          <a:off x="914400" y="1828800"/>
          <a:ext cx="7315200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rPr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Progress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Abdul </a:t>
                      </a:r>
                      <a:r>
                        <a:rPr lang="en-US" dirty="0" err="1" smtClean="0"/>
                        <a:t>Haseeb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Zahid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Research on inverter communication protocols (</a:t>
                      </a:r>
                      <a:r>
                        <a:rPr dirty="0" smtClean="0"/>
                        <a:t>Modbus/RS232</a:t>
                      </a:r>
                      <a:r>
                        <a:rPr lang="en-US" dirty="0" smtClean="0"/>
                        <a:t>/RS485</a:t>
                      </a:r>
                      <a:r>
                        <a:rPr dirty="0" smtClean="0"/>
                        <a:t>)</a:t>
                      </a:r>
                      <a:endParaRPr dirty="0"/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Fatima Hassan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Literature review on load management &amp; Home Assistant integration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 smtClean="0"/>
                        <a:t>M. Ahmed </a:t>
                      </a:r>
                      <a:r>
                        <a:rPr lang="en-US" dirty="0" err="1" smtClean="0"/>
                        <a:t>Hussain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Initial system architecture design, ESP controller setup trials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Gantt Chart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38" y="1645920"/>
            <a:ext cx="8715690" cy="4131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100</TotalTime>
  <Words>233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Smart Energy Management and Load Optimization for Commercial Microgrid Systems</vt:lpstr>
      <vt:lpstr>Introduction to Project</vt:lpstr>
      <vt:lpstr>Early System Design Pictorial View</vt:lpstr>
      <vt:lpstr>Deliverables</vt:lpstr>
      <vt:lpstr>Work Distribution</vt:lpstr>
      <vt:lpstr>Current Progress</vt:lpstr>
      <vt:lpstr>Gantt Chart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Management and Load Optimization for Commercial Microgrid Systems</dc:title>
  <dc:subject/>
  <dc:creator/>
  <cp:keywords/>
  <dc:description>generated using python-pptx</dc:description>
  <cp:lastModifiedBy>DELL</cp:lastModifiedBy>
  <cp:revision>10</cp:revision>
  <dcterms:created xsi:type="dcterms:W3CDTF">2013-01-27T09:14:16Z</dcterms:created>
  <dcterms:modified xsi:type="dcterms:W3CDTF">2025-09-15T06:02:08Z</dcterms:modified>
  <cp:category/>
</cp:coreProperties>
</file>